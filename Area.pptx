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68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147FB7-138B-1441-E125-18E01BC3E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7FA1781-CC92-D120-B118-E44972D25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2AF8F5-6BBA-6876-FDDD-8A7D7EE3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4AC278-A79E-2490-D6D9-2D614DA8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E08FD3-4DDB-6366-AC62-33CE5710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56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BBB8DE-1A57-A911-61BA-33D302E4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AC007C-7943-5D1C-732B-7B602F640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3F8760-A9FE-8675-F704-9B8E6BEF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015CDB-4678-6AB4-C7F8-92B4E769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A690AE-657E-E551-D4CF-9E90F504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8046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142D33-D1F3-9F31-4830-00780A5B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0AB3DF-9527-3942-880C-F1294981E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8E473C-1E83-7AFB-119B-89CD25EB3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320E48-1BFF-A07C-E14C-80C8B96F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FA0F43-D098-94E4-493E-C1AD8E9C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70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A0ED56-62F8-89B5-B52A-3ECE635A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9F37DD-7BA0-A448-A637-8930C3FD6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7FD2A9-FB3F-7398-8636-1BB40FEB3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520B442-75A0-60B3-1A1D-BB468BA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6312565-4E95-DCB3-A941-102232F2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14FC873-9105-DB6A-CA66-18E68A4E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754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0A31D2-78A4-63CE-BD52-A15871A0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3E7542-04FD-AD49-0E67-2BC976984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81F0AC9-EE93-59FB-2BE0-BB0441CD8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239E0A7-3895-D24E-0E0C-45428067D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E218505-94F5-B8A4-3095-5729BCEC7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D6F3F4-7D8D-D5E7-40A7-46FAE9919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4ED5125-D9CB-DD03-7923-D40B4B91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2590AE-21A6-6C00-0361-5356F33E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318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EB9C5A-A88A-4D93-125A-9E9C1DB4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C73590D-F6D6-10C9-BE15-5F7C7102E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89CE659-7450-33C4-2988-F36A03A9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0C767CC-2311-4785-3A40-6CA42B85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0923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9E2D49B-23DF-221C-A681-46670B93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2A1C6D9-B3BE-2081-81C4-B6EFC75A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D1A3F0-C7F5-00A1-31CA-2906C3DA2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518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201BE3-84E8-EBFA-7225-999D7779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6919F8-EF1C-86D3-9479-D3ABB2982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F705CEE-5596-80C2-DFAD-95FCC27D5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26CD305-3F57-BA65-3453-80426EADA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C85C0C-91B6-32D5-DB0A-81E22DF6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933488-4A37-FD3C-D5DA-99AE3D98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0582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330FBB-227B-D971-B55E-E1FCCD0DD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ED54657-0E4C-DB3E-9C46-49C8C0663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C306FD7-5C7D-F187-F260-7EC2AF54E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A88100A-88C2-4D39-2474-0E5BE1AE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55A966-FB77-D746-2507-0B89A670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8D9607-D796-03E3-9B78-3DD3887C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386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424038-3DD4-3387-E141-3273A5E9B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D02CFA7-75A5-F93F-B005-31CA1DDF9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20405C-1B6F-C9EC-97CB-C8FBF554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D17FB2-F673-E9F3-B0A7-E8ED1089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ADBD67-4FBF-3FEE-D9C9-B8EA3A71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770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49BBBC2-3C41-846F-D109-165A13AB5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92CB37C-6A22-3BB6-410C-94E82C5A2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628A46D-1A3B-3123-A231-2CBB511E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981789-14B5-CB7D-4AF2-AFEC90B9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2273F4-A9DD-17AA-3CF9-BD9C9F7C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388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2666928-7436-A14C-28E5-42E260CED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A83E55-98B3-B61F-E232-31BCBA5E0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559391-DDF2-26F4-E7B0-8C5E56240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559D1-F6E4-4A2B-B4AB-68F7C497CA01}" type="datetimeFigureOut">
              <a:rPr lang="it-IT" smtClean="0"/>
              <a:t>30/09/2025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49266D-0454-B6F3-C3C5-0AA105DC5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900116-AAE7-2E85-6DF9-AEBA3DCF4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46986-99D4-4860-A988-12C81BBAEE1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273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3832182-A33F-3E11-F40B-57A99F9001DA}"/>
              </a:ext>
            </a:extLst>
          </p:cNvPr>
          <p:cNvSpPr txBox="1"/>
          <p:nvPr/>
        </p:nvSpPr>
        <p:spPr>
          <a:xfrm>
            <a:off x="877186" y="457200"/>
            <a:ext cx="162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Altezza figura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0AF4F9D-7C48-53BF-24DC-2B14EF6E044E}"/>
              </a:ext>
            </a:extLst>
          </p:cNvPr>
          <p:cNvSpPr/>
          <p:nvPr/>
        </p:nvSpPr>
        <p:spPr>
          <a:xfrm>
            <a:off x="2886740" y="377456"/>
            <a:ext cx="2121195" cy="478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6E622C6-54A6-D0EA-C5C3-B13FE7E9EAA7}"/>
              </a:ext>
            </a:extLst>
          </p:cNvPr>
          <p:cNvSpPr txBox="1"/>
          <p:nvPr/>
        </p:nvSpPr>
        <p:spPr>
          <a:xfrm>
            <a:off x="877186" y="1211076"/>
            <a:ext cx="162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Base figura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ED5AA77-9B2F-14F1-74F2-0FCDFCA36C70}"/>
              </a:ext>
            </a:extLst>
          </p:cNvPr>
          <p:cNvSpPr/>
          <p:nvPr/>
        </p:nvSpPr>
        <p:spPr>
          <a:xfrm>
            <a:off x="2886740" y="1131332"/>
            <a:ext cx="2121195" cy="478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5FFBB5F-5B55-6400-A0AC-A04C569DFF6C}"/>
              </a:ext>
            </a:extLst>
          </p:cNvPr>
          <p:cNvSpPr txBox="1"/>
          <p:nvPr/>
        </p:nvSpPr>
        <p:spPr>
          <a:xfrm>
            <a:off x="877186" y="2074085"/>
            <a:ext cx="162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Tipo figura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DC22130-9013-108C-13E1-5B85210CA0BB}"/>
              </a:ext>
            </a:extLst>
          </p:cNvPr>
          <p:cNvSpPr/>
          <p:nvPr/>
        </p:nvSpPr>
        <p:spPr>
          <a:xfrm>
            <a:off x="2886740" y="1994341"/>
            <a:ext cx="2121195" cy="478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67C945EF-897D-E96A-D0BF-6900D9CF9457}"/>
              </a:ext>
            </a:extLst>
          </p:cNvPr>
          <p:cNvSpPr/>
          <p:nvPr/>
        </p:nvSpPr>
        <p:spPr>
          <a:xfrm>
            <a:off x="4646428" y="2115879"/>
            <a:ext cx="292395" cy="23391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C1C6FF4E-CE2D-F620-8359-48954011D5A5}"/>
              </a:ext>
            </a:extLst>
          </p:cNvPr>
          <p:cNvCxnSpPr>
            <a:stCxn id="9" idx="3"/>
          </p:cNvCxnSpPr>
          <p:nvPr/>
        </p:nvCxnSpPr>
        <p:spPr>
          <a:xfrm flipV="1">
            <a:off x="5007935" y="1281223"/>
            <a:ext cx="1515139" cy="952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1A50919-C007-6E79-8400-F526D95F6749}"/>
              </a:ext>
            </a:extLst>
          </p:cNvPr>
          <p:cNvSpPr txBox="1"/>
          <p:nvPr/>
        </p:nvSpPr>
        <p:spPr>
          <a:xfrm>
            <a:off x="6608135" y="1068572"/>
            <a:ext cx="2121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«</a:t>
            </a:r>
            <a:r>
              <a:rPr lang="it-IT" dirty="0" err="1"/>
              <a:t>R»ettangolo</a:t>
            </a:r>
            <a:endParaRPr lang="it-IT" dirty="0"/>
          </a:p>
          <a:p>
            <a:r>
              <a:rPr lang="it-IT"/>
              <a:t>«T»riangolo</a:t>
            </a:r>
            <a:endParaRPr lang="it-IT" dirty="0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34474190-E378-2419-C04A-CFDE6647E728}"/>
              </a:ext>
            </a:extLst>
          </p:cNvPr>
          <p:cNvSpPr/>
          <p:nvPr/>
        </p:nvSpPr>
        <p:spPr>
          <a:xfrm>
            <a:off x="1084521" y="3296093"/>
            <a:ext cx="3923414" cy="7708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Visualizza calcolo area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9C20EDBA-35B7-B96C-F88C-363EF2AD74A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2886740" y="4066953"/>
            <a:ext cx="159488" cy="1332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CE85233-5153-4F2E-7098-103BF96DA925}"/>
              </a:ext>
            </a:extLst>
          </p:cNvPr>
          <p:cNvSpPr txBox="1"/>
          <p:nvPr/>
        </p:nvSpPr>
        <p:spPr>
          <a:xfrm>
            <a:off x="1137684" y="5399866"/>
            <a:ext cx="7655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calcolo dell’area è: b*h(rettangolo)  /2(triangolo)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6F310CA-05EC-0305-3E24-DB4F4AA7DDA0}"/>
              </a:ext>
            </a:extLst>
          </p:cNvPr>
          <p:cNvSpPr txBox="1"/>
          <p:nvPr/>
        </p:nvSpPr>
        <p:spPr>
          <a:xfrm>
            <a:off x="6953693" y="2443417"/>
            <a:ext cx="41537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Nuovo progetto: calcolo</a:t>
            </a:r>
          </a:p>
          <a:p>
            <a:r>
              <a:rPr lang="it-IT" dirty="0"/>
              <a:t>Nome componente: Geometria</a:t>
            </a:r>
          </a:p>
          <a:p>
            <a:endParaRPr lang="it-IT" dirty="0"/>
          </a:p>
          <a:p>
            <a:r>
              <a:rPr lang="it-IT" dirty="0"/>
              <a:t>Inviare:</a:t>
            </a:r>
            <a:endParaRPr lang="it-IT" i="1" dirty="0"/>
          </a:p>
          <a:p>
            <a:r>
              <a:rPr lang="it-IT" dirty="0"/>
              <a:t>Il codice del componente geometria</a:t>
            </a:r>
          </a:p>
        </p:txBody>
      </p:sp>
    </p:spTree>
    <p:extLst>
      <p:ext uri="{BB962C8B-B14F-4D97-AF65-F5344CB8AC3E}">
        <p14:creationId xmlns:p14="http://schemas.microsoft.com/office/powerpoint/2010/main" val="1032307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2</cp:revision>
  <dcterms:created xsi:type="dcterms:W3CDTF">2025-09-30T13:03:07Z</dcterms:created>
  <dcterms:modified xsi:type="dcterms:W3CDTF">2025-09-30T13:09:55Z</dcterms:modified>
</cp:coreProperties>
</file>