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01835-3DC7-3B1F-7B55-CB112FF4B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FB79491-84D4-4BDE-E121-A93AAF8E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94026F-2F25-4E99-2C2E-920776E8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DB573B-7A8F-8086-A2B8-AF851C12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AE72AC-AAA9-2605-49F3-EF3AC5A9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282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E1850D-3768-FFA5-6298-C15D91BA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223F45-2988-BB60-7243-962A4AE2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D204E5-EC68-21B6-287D-E1E5CAB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08E003-4433-5667-FE8B-6F6A95A7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EF26D2-973B-74D1-2A60-A7CCC762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223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3AFEFE-416A-4C35-15B6-9D1798A9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D7A78E-0665-7047-FCBB-D30DF964F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5111B4-54E8-DED6-AEBE-459354F5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735CCB-83DD-7945-B545-FA4F0B4B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F50B21-26F9-9622-DE07-1EDC7ED6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135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7AEB6D-7E6C-B374-59E0-6D4AE4B2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D7693A-0984-70A8-7BF1-59C56B006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CA5EFFE-4612-C54E-7023-D26CD9943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B58C173-36CB-6D4B-927D-16E5B1DC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C0C62A2-E95F-CB7E-3DC9-939E9A3C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88A779-6B39-23FD-EF10-FCF28B03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36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8E1FE1-4A7F-2D8D-3A38-EDB5B4ED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EA85D0-0B9D-39D6-09E0-84F0FEC7C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66C2624-A804-9280-9C0B-B0B04C755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34C5DB5-5730-DE83-1D45-946BB5DAB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6F08247-BE2C-DAAC-753B-CD9AF5192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373507D-58A9-FBCE-D585-40539956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1FCC902-EA02-7311-3D63-8C76A884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2B456E1-7C0E-F669-FE41-9062D19B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66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BF6611-48FB-C49C-4DE6-B7D1BF3B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FD7A489-BD8F-1B9A-4AF4-27AC3E3E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761BE3-3D61-D293-7E75-B81A497C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58A1D4F-DAC7-BCF9-E0A3-17574148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7288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FE05B8F-7566-364B-32B6-3B0D58CB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81E4FCE-5EDD-DF2C-C82B-DB299342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1C5C28-F88E-2285-CE6B-F747EFBB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280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656811-DE53-FE18-C816-2DE54CE6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B2F9D8-653A-7D9C-AA2B-4A89C5131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26E79D9-F5BF-57E2-F232-0EB4AC881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F5232B5-F8BD-7BAA-7554-4D87F484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728375-95DC-0FB7-13EA-2E7DD892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6504B9-9495-8250-38ED-990D57FC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949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5BBE5D-FAA8-E4F3-A45F-B1184FED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0E0EBFC-A109-E949-6E9B-6E457758D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1AD7666-BB82-001D-EC3B-98746C85F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88E7564-734B-FE90-B66B-080D86AD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D626F9-33F1-EA3E-4919-8A5BAE95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8A4BF6-E38A-058E-6054-15A8D7AD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225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DAC377-5F00-D42A-3B45-42291402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9635AFF-8C34-E570-8940-288E9147E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E2CEF5-2E65-5ECF-AA46-A8203839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CDA926-4285-E6DF-73EF-EF252700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443216-79C1-3CCA-A177-37EC3594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6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D7F558F-626C-3586-0D2C-A5C89A5F3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1C2DC6-3E9D-7DAF-F201-5E6850E01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708B5A-FF92-F4F9-8FE5-5632D45E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94A7E8-A45A-2DDC-80A2-5B181C68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93D851-F301-7752-A1DD-E88715F4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11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79EAD53-837A-A3B4-932A-3109D7EC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25BB5D-896F-F18A-8FDC-463992B72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BB16CE-3AF9-F863-45EF-8ED7A68E2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7A455-C418-4BF1-93A5-96842354F681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55174D-9C07-B2DE-7624-C8CC2481E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5BF5E5-5DE4-B45C-47DD-63AD7C67A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0A5B2-018B-4034-926C-5E5CBDE3CA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30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E860016-0A07-4225-9A9E-A63AAD51E866}"/>
              </a:ext>
            </a:extLst>
          </p:cNvPr>
          <p:cNvSpPr/>
          <p:nvPr/>
        </p:nvSpPr>
        <p:spPr>
          <a:xfrm>
            <a:off x="1309688" y="690563"/>
            <a:ext cx="2052637" cy="1138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642509B-09AA-8704-C2B3-780727F752CC}"/>
              </a:ext>
            </a:extLst>
          </p:cNvPr>
          <p:cNvSpPr/>
          <p:nvPr/>
        </p:nvSpPr>
        <p:spPr>
          <a:xfrm>
            <a:off x="981075" y="1828800"/>
            <a:ext cx="2657475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8494CC5B-AC88-40CD-E3A9-2EA36CA17CDE}"/>
              </a:ext>
            </a:extLst>
          </p:cNvPr>
          <p:cNvSpPr/>
          <p:nvPr/>
        </p:nvSpPr>
        <p:spPr>
          <a:xfrm>
            <a:off x="7038975" y="2105025"/>
            <a:ext cx="2347913" cy="1038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hosting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4D41834-BC32-2C76-0318-C0535F43FC35}"/>
              </a:ext>
            </a:extLst>
          </p:cNvPr>
          <p:cNvCxnSpPr>
            <a:stCxn id="4" idx="3"/>
            <a:endCxn id="6" idx="2"/>
          </p:cNvCxnSpPr>
          <p:nvPr/>
        </p:nvCxnSpPr>
        <p:spPr>
          <a:xfrm>
            <a:off x="3362325" y="1259682"/>
            <a:ext cx="3676650" cy="1364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0E41DB1-4E8A-EC99-67BF-FCA6A776449D}"/>
              </a:ext>
            </a:extLst>
          </p:cNvPr>
          <p:cNvSpPr txBox="1"/>
          <p:nvPr/>
        </p:nvSpPr>
        <p:spPr>
          <a:xfrm>
            <a:off x="4881563" y="2805113"/>
            <a:ext cx="208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192.15.100.200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1190B1A-6B95-483B-5035-8CBF667DD240}"/>
              </a:ext>
            </a:extLst>
          </p:cNvPr>
          <p:cNvSpPr txBox="1"/>
          <p:nvPr/>
        </p:nvSpPr>
        <p:spPr>
          <a:xfrm>
            <a:off x="4881563" y="3507820"/>
            <a:ext cx="208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192.15.100.210</a:t>
            </a:r>
          </a:p>
        </p:txBody>
      </p:sp>
      <p:sp>
        <p:nvSpPr>
          <p:cNvPr id="12" name="Parentesi graffa aperta 11">
            <a:extLst>
              <a:ext uri="{FF2B5EF4-FFF2-40B4-BE49-F238E27FC236}">
                <a16:creationId xmlns:a16="http://schemas.microsoft.com/office/drawing/2014/main" id="{136482F0-B27F-B5CC-93EF-CA13E9DD30F8}"/>
              </a:ext>
            </a:extLst>
          </p:cNvPr>
          <p:cNvSpPr/>
          <p:nvPr/>
        </p:nvSpPr>
        <p:spPr>
          <a:xfrm>
            <a:off x="4510088" y="2714625"/>
            <a:ext cx="490537" cy="136445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79EB87A-F5EE-8BBA-A3B9-3A7B9C3B734A}"/>
              </a:ext>
            </a:extLst>
          </p:cNvPr>
          <p:cNvSpPr txBox="1"/>
          <p:nvPr/>
        </p:nvSpPr>
        <p:spPr>
          <a:xfrm>
            <a:off x="1743075" y="3174445"/>
            <a:ext cx="1895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D.N.S.</a:t>
            </a:r>
          </a:p>
          <a:p>
            <a:r>
              <a:rPr lang="it-IT" dirty="0"/>
              <a:t>Nomedominio.it</a:t>
            </a:r>
          </a:p>
          <a:p>
            <a:r>
              <a:rPr lang="it-IT" dirty="0"/>
              <a:t>Inps.it</a:t>
            </a:r>
          </a:p>
          <a:p>
            <a:endParaRPr lang="it-IT" dirty="0"/>
          </a:p>
          <a:p>
            <a:r>
              <a:rPr lang="it-IT" dirty="0" err="1"/>
              <a:t>Localhost</a:t>
            </a:r>
            <a:endParaRPr lang="it-IT" dirty="0"/>
          </a:p>
          <a:p>
            <a:r>
              <a:rPr lang="it-IT" dirty="0"/>
              <a:t>127.0.0.1</a:t>
            </a:r>
          </a:p>
        </p:txBody>
      </p:sp>
    </p:spTree>
    <p:extLst>
      <p:ext uri="{BB962C8B-B14F-4D97-AF65-F5344CB8AC3E}">
        <p14:creationId xmlns:p14="http://schemas.microsoft.com/office/powerpoint/2010/main" val="2731702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2026-10-29T13:02:00Z</dcterms:created>
  <dcterms:modified xsi:type="dcterms:W3CDTF">2026-10-29T13:02:07Z</dcterms:modified>
</cp:coreProperties>
</file>